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ClawBot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VA Certification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3291840"/>
            <a:ext cx="5486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ClawBot assists. The SCO decides.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SDSU as Founding Partner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59E0B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 requests. One spreadsheet. Zero automation.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2,100–2,500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requests per semester at SDSU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4231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steps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copy-paste workflow per certification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20/day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55080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certifications, rarely achieved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SCOs manually copy data between PeopleSoft and Enrollment Manager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Work-study students pulling stale schedules weeks in advance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Workflow (Before ClawBot)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requests certification on mySDSU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1536192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581912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 runs query daily/twice-weekly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1883664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75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020824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Copy/paste to Google Spreadsheet (SRA log)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2322576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414016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459736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Work-study pulls degree eval + schedule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2761488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2898648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 opens PeopleSoft + Enrollment Manager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32004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2918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337560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copies units to EM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" y="3639312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3730752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776472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to VA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26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error-prone, slow — 20 certifications/day rarely achieved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 &amp; Opportunity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71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5,000–8,000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VA-certifying institutions nationally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43000"/>
            <a:ext cx="26060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71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1.5–2M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processed annually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371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50–62%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55080" y="21945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VA's auto-processing rate (but universities still 100% manual)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023360"/>
            <a:ext cx="6400800" cy="82296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41148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$564M in benefits processed in DGB's first month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competitor exists in this space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ClawBot: What It 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certification workstation replacing the entire SCO workflow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decision tree rule engine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tested, 90+ regression checks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Exception-first design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Auto-certify clean students, surface only what needs SCO attention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0D9488">
              <a:alpha val="9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Principle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920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ClawBot assists — SCO decides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92040" y="24688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certifications require human approval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recommends; human decides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handling, not auto-submit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maintained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ClawBot Workflow (After)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requests certification (unchanged)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153619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581912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ClawBot auto-pulls fresh enrollment + degree eval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1883664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75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020824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evaluates every course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2322576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414016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459736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students → batch certification queue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2761488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2898648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→ HITL review with recommendation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32004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29184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337560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 reviews, approves/modifies, submits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" y="3639312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373075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776472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Amendment monitoring runs continuously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059669">
              <a:alpha val="9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26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real-time, safe — 20+ certifications/day achievable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Interfaces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 Workstation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management, certification action, benefit alerts, assignment tracking. Replaces SRA log + PeopleSoft + EM dual-screen.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1051560"/>
            <a:ext cx="2606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Status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check certification progress. Cuts start-of-semester calls/emails when GI Bill payments haven't arrived.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51560"/>
            <a:ext cx="2606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Admin/Supervisor 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55448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volume tracking, SCO performance, audit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Already Built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49040" y="1124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63/63 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WEAMS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627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853 programs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9319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2130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31/31 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319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Monitor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90/90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T&amp;F Certification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1124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 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Out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1627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057400"/>
            <a:ext cx="39319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2130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 regression checks, all passing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2471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097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Handbook rules embedded in code (38 CFR Part 21)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escalation: 7 automatic trigger types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certification model (enrollment + T&amp;F as separate tracks)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— every action logged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certification submits without SCO approval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6118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Census-date-aware amendment logic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Exception-First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 sees 12 flagged students, not 400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Onboarding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explains itself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Throughput-Optimized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20+ certifications/day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each school's branding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508 compliant, keyboard-navigable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Future-Ready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input, AR glasses, mobile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 Workstation Concept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view (like TurboTax meets Zendesk): next student, pre-filled, one-click approve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745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exhaustion alerts (replaces manual color-coding in SRA log)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5603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514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31 PO tracking (No PO = certification blocker, flagged automatically)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(no more stale schedules from weeks-old prep)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9319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 for clean certifications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Status Page Concept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lookup: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ID, sees certification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37160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219456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20240" y="1965960"/>
            <a:ext cx="137160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1965960"/>
            <a:ext cx="137160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1965960"/>
            <a:ext cx="137160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9360" y="1965960"/>
            <a:ext cx="137160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"where's my GI Bill?" calls at start of semester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allows certifications 180 days before term start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Preview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Student 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965960"/>
            <a:ext cx="36576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Queue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Update: 2 hours ago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Adaptability &amp; Evolution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"Certify next student" / "Show exceptions only"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Ray-Ban glasses for hands-free workflow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Multi-School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colors, calendar per institution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API-First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when VA opens Enrollment Manager APIs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Direct Competitor Exists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70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PeopleSoft Veterans 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only, no automation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01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Manager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VA's tool, not university-side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33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RPA (Tungsten, Workato)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VA-aware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Aid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domain (Ellucian, CampusLogic)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251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mover advantage in a category that doesn't exist yet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Modernization Creates Our Window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0D9488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344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GI Bill: VA automating their side (50-62% auto-processed)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59E0B">
              <a:alpha val="9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659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universities still 100% manual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0D9488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6974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5176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Manager has no API — third-party tools can't integrate directly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F59E0B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429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8328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staffing cuts (1,000+ in early 2026) degrading approval speed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0D9488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41605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11480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waiting months for GI Bill checks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DC2626">
              <a:alpha val="90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Universities need to automate NOW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Moat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Proprietary VA Rule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logic embedded in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Certification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21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implement enrollment + T&amp;F separation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974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0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Multi-SIS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PeopleSoft, Banner, Workday from day 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2044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WEAMS Programs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67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853+ programs already mapped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434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16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SCO 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690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an active SCO who certifies 2,500/semester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Lovable Product: SDSU + CSUN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 Diego State University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2,100–2,500 certs/semester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67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State University, Northridge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 WEAMS programs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SDSU + CSUN?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CSU campuses, same PeopleSoft 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23 CSU campuses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integration architecture covers the entire system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System (23 campuses, PeopleSoft)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universities (ASU: 8,900+ GI Bill; Texas A&amp;M; UMGC)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colleges (understaffed, high need, 23+ Virginia CC)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+ Workday integrations (covers 34%+ of market)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Military Friendly schools, Yellow Ribbon participants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0700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staffing cuts creating urgency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4708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GI Bill modernization creating expectation of speed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48716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4688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in the space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12724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1089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under pressure to reduce errors and processing time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76732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74904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veterans experiencing months-long payment delays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DC2626">
              <a:alpha val="90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between VA automation and university automation is growing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 / 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Partnership, pilot, or investment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75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Program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SDSU + CSUN, Fall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200+ verified regression checks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0332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13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SCO who certifies 2,500 students/semester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3891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imagine the workflow. We automated the real one.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ClawBot Team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Paulina — Founder, SCO at SDSU, Domain Expert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ClawBot while managing real certifications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 more information or to schedule a pilot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ClawBot Strategy Document</dc:title>
  <dc:subject>PptxGenJS Presentation</dc:subject>
  <dc:creator>Paulina</dc:creator>
  <cp:lastModifiedBy>Paulina</cp:lastModifiedBy>
  <cp:revision>1</cp:revision>
  <dcterms:created xsi:type="dcterms:W3CDTF">2026-04-13T04:13:13Z</dcterms:created>
  <dcterms:modified xsi:type="dcterms:W3CDTF">2026-04-13T04:13:13Z</dcterms:modified>
</cp:coreProperties>
</file>